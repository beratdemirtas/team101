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99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9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6219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572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4572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4572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4572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4572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4572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4572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9144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9144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9144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9144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9144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9144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9144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9144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9144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9144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9144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9144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13716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13716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13716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13716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13716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Shape 41"/>
          <p:cNvSpPr/>
          <p:nvPr/>
        </p:nvSpPr>
        <p:spPr>
          <a:xfrm>
            <a:off x="13716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Shape 42"/>
          <p:cNvSpPr/>
          <p:nvPr/>
        </p:nvSpPr>
        <p:spPr>
          <a:xfrm>
            <a:off x="13716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Shape 43"/>
          <p:cNvSpPr/>
          <p:nvPr/>
        </p:nvSpPr>
        <p:spPr>
          <a:xfrm>
            <a:off x="13716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Shape 44"/>
          <p:cNvSpPr/>
          <p:nvPr/>
        </p:nvSpPr>
        <p:spPr>
          <a:xfrm>
            <a:off x="13716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Shape 45"/>
          <p:cNvSpPr/>
          <p:nvPr/>
        </p:nvSpPr>
        <p:spPr>
          <a:xfrm>
            <a:off x="13716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Shape 46"/>
          <p:cNvSpPr/>
          <p:nvPr/>
        </p:nvSpPr>
        <p:spPr>
          <a:xfrm>
            <a:off x="13716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Shape 47"/>
          <p:cNvSpPr/>
          <p:nvPr/>
        </p:nvSpPr>
        <p:spPr>
          <a:xfrm>
            <a:off x="13716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Shape 48"/>
          <p:cNvSpPr/>
          <p:nvPr/>
        </p:nvSpPr>
        <p:spPr>
          <a:xfrm>
            <a:off x="18288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Shape 49"/>
          <p:cNvSpPr/>
          <p:nvPr/>
        </p:nvSpPr>
        <p:spPr>
          <a:xfrm>
            <a:off x="18288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Shape 50"/>
          <p:cNvSpPr/>
          <p:nvPr/>
        </p:nvSpPr>
        <p:spPr>
          <a:xfrm>
            <a:off x="18288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Shape 51"/>
          <p:cNvSpPr/>
          <p:nvPr/>
        </p:nvSpPr>
        <p:spPr>
          <a:xfrm>
            <a:off x="18288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Shape 52"/>
          <p:cNvSpPr/>
          <p:nvPr/>
        </p:nvSpPr>
        <p:spPr>
          <a:xfrm>
            <a:off x="18288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Shape 53"/>
          <p:cNvSpPr/>
          <p:nvPr/>
        </p:nvSpPr>
        <p:spPr>
          <a:xfrm>
            <a:off x="18288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Shape 54"/>
          <p:cNvSpPr/>
          <p:nvPr/>
        </p:nvSpPr>
        <p:spPr>
          <a:xfrm>
            <a:off x="18288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7" name="Shape 55"/>
          <p:cNvSpPr/>
          <p:nvPr/>
        </p:nvSpPr>
        <p:spPr>
          <a:xfrm>
            <a:off x="18288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8" name="Shape 56"/>
          <p:cNvSpPr/>
          <p:nvPr/>
        </p:nvSpPr>
        <p:spPr>
          <a:xfrm>
            <a:off x="18288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9" name="Shape 57"/>
          <p:cNvSpPr/>
          <p:nvPr/>
        </p:nvSpPr>
        <p:spPr>
          <a:xfrm>
            <a:off x="18288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0" name="Shape 58"/>
          <p:cNvSpPr/>
          <p:nvPr/>
        </p:nvSpPr>
        <p:spPr>
          <a:xfrm>
            <a:off x="18288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1" name="Shape 59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2" name="Shape 60"/>
          <p:cNvSpPr/>
          <p:nvPr/>
        </p:nvSpPr>
        <p:spPr>
          <a:xfrm>
            <a:off x="22860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3" name="Shape 61"/>
          <p:cNvSpPr/>
          <p:nvPr/>
        </p:nvSpPr>
        <p:spPr>
          <a:xfrm>
            <a:off x="22860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4" name="Shape 62"/>
          <p:cNvSpPr/>
          <p:nvPr/>
        </p:nvSpPr>
        <p:spPr>
          <a:xfrm>
            <a:off x="22860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5" name="Shape 63"/>
          <p:cNvSpPr/>
          <p:nvPr/>
        </p:nvSpPr>
        <p:spPr>
          <a:xfrm>
            <a:off x="22860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6" name="Shape 64"/>
          <p:cNvSpPr/>
          <p:nvPr/>
        </p:nvSpPr>
        <p:spPr>
          <a:xfrm>
            <a:off x="22860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7" name="Shape 65"/>
          <p:cNvSpPr/>
          <p:nvPr/>
        </p:nvSpPr>
        <p:spPr>
          <a:xfrm>
            <a:off x="22860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8" name="Shape 66"/>
          <p:cNvSpPr/>
          <p:nvPr/>
        </p:nvSpPr>
        <p:spPr>
          <a:xfrm>
            <a:off x="22860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9" name="Shape 67"/>
          <p:cNvSpPr/>
          <p:nvPr/>
        </p:nvSpPr>
        <p:spPr>
          <a:xfrm>
            <a:off x="22860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0" name="Shape 68"/>
          <p:cNvSpPr/>
          <p:nvPr/>
        </p:nvSpPr>
        <p:spPr>
          <a:xfrm>
            <a:off x="22860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1" name="Shape 69"/>
          <p:cNvSpPr/>
          <p:nvPr/>
        </p:nvSpPr>
        <p:spPr>
          <a:xfrm>
            <a:off x="22860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2" name="Shape 70"/>
          <p:cNvSpPr/>
          <p:nvPr/>
        </p:nvSpPr>
        <p:spPr>
          <a:xfrm>
            <a:off x="22860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3" name="Shape 71"/>
          <p:cNvSpPr/>
          <p:nvPr/>
        </p:nvSpPr>
        <p:spPr>
          <a:xfrm>
            <a:off x="22860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4" name="Shape 72"/>
          <p:cNvSpPr/>
          <p:nvPr/>
        </p:nvSpPr>
        <p:spPr>
          <a:xfrm>
            <a:off x="27432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5" name="Shape 73"/>
          <p:cNvSpPr/>
          <p:nvPr/>
        </p:nvSpPr>
        <p:spPr>
          <a:xfrm>
            <a:off x="27432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6" name="Shape 74"/>
          <p:cNvSpPr/>
          <p:nvPr/>
        </p:nvSpPr>
        <p:spPr>
          <a:xfrm>
            <a:off x="27432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7" name="Shape 75"/>
          <p:cNvSpPr/>
          <p:nvPr/>
        </p:nvSpPr>
        <p:spPr>
          <a:xfrm>
            <a:off x="27432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8" name="Shape 76"/>
          <p:cNvSpPr/>
          <p:nvPr/>
        </p:nvSpPr>
        <p:spPr>
          <a:xfrm>
            <a:off x="27432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9" name="Shape 77"/>
          <p:cNvSpPr/>
          <p:nvPr/>
        </p:nvSpPr>
        <p:spPr>
          <a:xfrm>
            <a:off x="27432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0" name="Shape 78"/>
          <p:cNvSpPr/>
          <p:nvPr/>
        </p:nvSpPr>
        <p:spPr>
          <a:xfrm>
            <a:off x="27432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1" name="Shape 79"/>
          <p:cNvSpPr/>
          <p:nvPr/>
        </p:nvSpPr>
        <p:spPr>
          <a:xfrm>
            <a:off x="27432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2" name="Shape 80"/>
          <p:cNvSpPr/>
          <p:nvPr/>
        </p:nvSpPr>
        <p:spPr>
          <a:xfrm>
            <a:off x="27432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3" name="Shape 81"/>
          <p:cNvSpPr/>
          <p:nvPr/>
        </p:nvSpPr>
        <p:spPr>
          <a:xfrm>
            <a:off x="27432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4" name="Shape 82"/>
          <p:cNvSpPr/>
          <p:nvPr/>
        </p:nvSpPr>
        <p:spPr>
          <a:xfrm>
            <a:off x="27432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5" name="Shape 83"/>
          <p:cNvSpPr/>
          <p:nvPr/>
        </p:nvSpPr>
        <p:spPr>
          <a:xfrm>
            <a:off x="27432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6" name="Shape 84"/>
          <p:cNvSpPr/>
          <p:nvPr/>
        </p:nvSpPr>
        <p:spPr>
          <a:xfrm>
            <a:off x="32004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7" name="Shape 85"/>
          <p:cNvSpPr/>
          <p:nvPr/>
        </p:nvSpPr>
        <p:spPr>
          <a:xfrm>
            <a:off x="32004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8" name="Shape 86"/>
          <p:cNvSpPr/>
          <p:nvPr/>
        </p:nvSpPr>
        <p:spPr>
          <a:xfrm>
            <a:off x="32004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9" name="Shape 87"/>
          <p:cNvSpPr/>
          <p:nvPr/>
        </p:nvSpPr>
        <p:spPr>
          <a:xfrm>
            <a:off x="32004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0" name="Shape 88"/>
          <p:cNvSpPr/>
          <p:nvPr/>
        </p:nvSpPr>
        <p:spPr>
          <a:xfrm>
            <a:off x="32004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1" name="Shape 89"/>
          <p:cNvSpPr/>
          <p:nvPr/>
        </p:nvSpPr>
        <p:spPr>
          <a:xfrm>
            <a:off x="32004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2" name="Shape 90"/>
          <p:cNvSpPr/>
          <p:nvPr/>
        </p:nvSpPr>
        <p:spPr>
          <a:xfrm>
            <a:off x="32004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3" name="Shape 91"/>
          <p:cNvSpPr/>
          <p:nvPr/>
        </p:nvSpPr>
        <p:spPr>
          <a:xfrm>
            <a:off x="32004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4" name="Shape 92"/>
          <p:cNvSpPr/>
          <p:nvPr/>
        </p:nvSpPr>
        <p:spPr>
          <a:xfrm>
            <a:off x="32004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5" name="Shape 93"/>
          <p:cNvSpPr/>
          <p:nvPr/>
        </p:nvSpPr>
        <p:spPr>
          <a:xfrm>
            <a:off x="32004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6" name="Shape 94"/>
          <p:cNvSpPr/>
          <p:nvPr/>
        </p:nvSpPr>
        <p:spPr>
          <a:xfrm>
            <a:off x="32004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7" name="Shape 95"/>
          <p:cNvSpPr/>
          <p:nvPr/>
        </p:nvSpPr>
        <p:spPr>
          <a:xfrm>
            <a:off x="32004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8" name="Shape 96"/>
          <p:cNvSpPr/>
          <p:nvPr/>
        </p:nvSpPr>
        <p:spPr>
          <a:xfrm>
            <a:off x="36576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9" name="Shape 97"/>
          <p:cNvSpPr/>
          <p:nvPr/>
        </p:nvSpPr>
        <p:spPr>
          <a:xfrm>
            <a:off x="36576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0" name="Shape 98"/>
          <p:cNvSpPr/>
          <p:nvPr/>
        </p:nvSpPr>
        <p:spPr>
          <a:xfrm>
            <a:off x="36576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1" name="Shape 99"/>
          <p:cNvSpPr/>
          <p:nvPr/>
        </p:nvSpPr>
        <p:spPr>
          <a:xfrm>
            <a:off x="36576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2" name="Shape 100"/>
          <p:cNvSpPr/>
          <p:nvPr/>
        </p:nvSpPr>
        <p:spPr>
          <a:xfrm>
            <a:off x="36576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3" name="Shape 101"/>
          <p:cNvSpPr/>
          <p:nvPr/>
        </p:nvSpPr>
        <p:spPr>
          <a:xfrm>
            <a:off x="36576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4" name="Shape 102"/>
          <p:cNvSpPr/>
          <p:nvPr/>
        </p:nvSpPr>
        <p:spPr>
          <a:xfrm>
            <a:off x="36576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5" name="Shape 103"/>
          <p:cNvSpPr/>
          <p:nvPr/>
        </p:nvSpPr>
        <p:spPr>
          <a:xfrm>
            <a:off x="36576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6" name="Shape 104"/>
          <p:cNvSpPr/>
          <p:nvPr/>
        </p:nvSpPr>
        <p:spPr>
          <a:xfrm>
            <a:off x="36576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7" name="Shape 105"/>
          <p:cNvSpPr/>
          <p:nvPr/>
        </p:nvSpPr>
        <p:spPr>
          <a:xfrm>
            <a:off x="36576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8" name="Shape 106"/>
          <p:cNvSpPr/>
          <p:nvPr/>
        </p:nvSpPr>
        <p:spPr>
          <a:xfrm>
            <a:off x="36576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9" name="Shape 107"/>
          <p:cNvSpPr/>
          <p:nvPr/>
        </p:nvSpPr>
        <p:spPr>
          <a:xfrm>
            <a:off x="36576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0" name="Shape 108"/>
          <p:cNvSpPr/>
          <p:nvPr/>
        </p:nvSpPr>
        <p:spPr>
          <a:xfrm>
            <a:off x="41148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1" name="Shape 109"/>
          <p:cNvSpPr/>
          <p:nvPr/>
        </p:nvSpPr>
        <p:spPr>
          <a:xfrm>
            <a:off x="41148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2" name="Shape 110"/>
          <p:cNvSpPr/>
          <p:nvPr/>
        </p:nvSpPr>
        <p:spPr>
          <a:xfrm>
            <a:off x="41148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3" name="Shape 111"/>
          <p:cNvSpPr/>
          <p:nvPr/>
        </p:nvSpPr>
        <p:spPr>
          <a:xfrm>
            <a:off x="41148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4" name="Shape 112"/>
          <p:cNvSpPr/>
          <p:nvPr/>
        </p:nvSpPr>
        <p:spPr>
          <a:xfrm>
            <a:off x="41148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5" name="Shape 113"/>
          <p:cNvSpPr/>
          <p:nvPr/>
        </p:nvSpPr>
        <p:spPr>
          <a:xfrm>
            <a:off x="41148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6" name="Shape 114"/>
          <p:cNvSpPr/>
          <p:nvPr/>
        </p:nvSpPr>
        <p:spPr>
          <a:xfrm>
            <a:off x="41148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7" name="Shape 115"/>
          <p:cNvSpPr/>
          <p:nvPr/>
        </p:nvSpPr>
        <p:spPr>
          <a:xfrm>
            <a:off x="41148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8" name="Shape 116"/>
          <p:cNvSpPr/>
          <p:nvPr/>
        </p:nvSpPr>
        <p:spPr>
          <a:xfrm>
            <a:off x="41148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9" name="Shape 117"/>
          <p:cNvSpPr/>
          <p:nvPr/>
        </p:nvSpPr>
        <p:spPr>
          <a:xfrm>
            <a:off x="41148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0" name="Shape 118"/>
          <p:cNvSpPr/>
          <p:nvPr/>
        </p:nvSpPr>
        <p:spPr>
          <a:xfrm>
            <a:off x="41148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1" name="Shape 119"/>
          <p:cNvSpPr/>
          <p:nvPr/>
        </p:nvSpPr>
        <p:spPr>
          <a:xfrm>
            <a:off x="41148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2" name="Shape 120"/>
          <p:cNvSpPr/>
          <p:nvPr/>
        </p:nvSpPr>
        <p:spPr>
          <a:xfrm>
            <a:off x="45720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3" name="Shape 121"/>
          <p:cNvSpPr/>
          <p:nvPr/>
        </p:nvSpPr>
        <p:spPr>
          <a:xfrm>
            <a:off x="45720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4" name="Shape 122"/>
          <p:cNvSpPr/>
          <p:nvPr/>
        </p:nvSpPr>
        <p:spPr>
          <a:xfrm>
            <a:off x="45720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5" name="Shape 123"/>
          <p:cNvSpPr/>
          <p:nvPr/>
        </p:nvSpPr>
        <p:spPr>
          <a:xfrm>
            <a:off x="45720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6" name="Shape 124"/>
          <p:cNvSpPr/>
          <p:nvPr/>
        </p:nvSpPr>
        <p:spPr>
          <a:xfrm>
            <a:off x="45720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7" name="Shape 125"/>
          <p:cNvSpPr/>
          <p:nvPr/>
        </p:nvSpPr>
        <p:spPr>
          <a:xfrm>
            <a:off x="45720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8" name="Shape 126"/>
          <p:cNvSpPr/>
          <p:nvPr/>
        </p:nvSpPr>
        <p:spPr>
          <a:xfrm>
            <a:off x="45720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9" name="Shape 127"/>
          <p:cNvSpPr/>
          <p:nvPr/>
        </p:nvSpPr>
        <p:spPr>
          <a:xfrm>
            <a:off x="45720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0" name="Shape 128"/>
          <p:cNvSpPr/>
          <p:nvPr/>
        </p:nvSpPr>
        <p:spPr>
          <a:xfrm>
            <a:off x="45720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1" name="Shape 129"/>
          <p:cNvSpPr/>
          <p:nvPr/>
        </p:nvSpPr>
        <p:spPr>
          <a:xfrm>
            <a:off x="45720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2" name="Shape 130"/>
          <p:cNvSpPr/>
          <p:nvPr/>
        </p:nvSpPr>
        <p:spPr>
          <a:xfrm>
            <a:off x="45720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3" name="Shape 131"/>
          <p:cNvSpPr/>
          <p:nvPr/>
        </p:nvSpPr>
        <p:spPr>
          <a:xfrm>
            <a:off x="45720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4" name="Shape 132"/>
          <p:cNvSpPr/>
          <p:nvPr/>
        </p:nvSpPr>
        <p:spPr>
          <a:xfrm>
            <a:off x="50292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5" name="Shape 133"/>
          <p:cNvSpPr/>
          <p:nvPr/>
        </p:nvSpPr>
        <p:spPr>
          <a:xfrm>
            <a:off x="50292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6" name="Shape 134"/>
          <p:cNvSpPr/>
          <p:nvPr/>
        </p:nvSpPr>
        <p:spPr>
          <a:xfrm>
            <a:off x="50292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7" name="Shape 135"/>
          <p:cNvSpPr/>
          <p:nvPr/>
        </p:nvSpPr>
        <p:spPr>
          <a:xfrm>
            <a:off x="50292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8" name="Shape 136"/>
          <p:cNvSpPr/>
          <p:nvPr/>
        </p:nvSpPr>
        <p:spPr>
          <a:xfrm>
            <a:off x="50292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9" name="Shape 137"/>
          <p:cNvSpPr/>
          <p:nvPr/>
        </p:nvSpPr>
        <p:spPr>
          <a:xfrm>
            <a:off x="50292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0" name="Shape 138"/>
          <p:cNvSpPr/>
          <p:nvPr/>
        </p:nvSpPr>
        <p:spPr>
          <a:xfrm>
            <a:off x="50292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1" name="Shape 139"/>
          <p:cNvSpPr/>
          <p:nvPr/>
        </p:nvSpPr>
        <p:spPr>
          <a:xfrm>
            <a:off x="50292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2" name="Shape 140"/>
          <p:cNvSpPr/>
          <p:nvPr/>
        </p:nvSpPr>
        <p:spPr>
          <a:xfrm>
            <a:off x="50292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3" name="Shape 141"/>
          <p:cNvSpPr/>
          <p:nvPr/>
        </p:nvSpPr>
        <p:spPr>
          <a:xfrm>
            <a:off x="50292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4" name="Shape 142"/>
          <p:cNvSpPr/>
          <p:nvPr/>
        </p:nvSpPr>
        <p:spPr>
          <a:xfrm>
            <a:off x="50292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5" name="Shape 143"/>
          <p:cNvSpPr/>
          <p:nvPr/>
        </p:nvSpPr>
        <p:spPr>
          <a:xfrm>
            <a:off x="50292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6" name="Shape 144"/>
          <p:cNvSpPr/>
          <p:nvPr/>
        </p:nvSpPr>
        <p:spPr>
          <a:xfrm>
            <a:off x="54864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7" name="Shape 145"/>
          <p:cNvSpPr/>
          <p:nvPr/>
        </p:nvSpPr>
        <p:spPr>
          <a:xfrm>
            <a:off x="54864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8" name="Shape 146"/>
          <p:cNvSpPr/>
          <p:nvPr/>
        </p:nvSpPr>
        <p:spPr>
          <a:xfrm>
            <a:off x="54864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9" name="Shape 147"/>
          <p:cNvSpPr/>
          <p:nvPr/>
        </p:nvSpPr>
        <p:spPr>
          <a:xfrm>
            <a:off x="54864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0" name="Shape 148"/>
          <p:cNvSpPr/>
          <p:nvPr/>
        </p:nvSpPr>
        <p:spPr>
          <a:xfrm>
            <a:off x="54864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1" name="Shape 149"/>
          <p:cNvSpPr/>
          <p:nvPr/>
        </p:nvSpPr>
        <p:spPr>
          <a:xfrm>
            <a:off x="54864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2" name="Shape 150"/>
          <p:cNvSpPr/>
          <p:nvPr/>
        </p:nvSpPr>
        <p:spPr>
          <a:xfrm>
            <a:off x="54864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3" name="Shape 151"/>
          <p:cNvSpPr/>
          <p:nvPr/>
        </p:nvSpPr>
        <p:spPr>
          <a:xfrm>
            <a:off x="54864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4" name="Shape 152"/>
          <p:cNvSpPr/>
          <p:nvPr/>
        </p:nvSpPr>
        <p:spPr>
          <a:xfrm>
            <a:off x="54864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5" name="Shape 153"/>
          <p:cNvSpPr/>
          <p:nvPr/>
        </p:nvSpPr>
        <p:spPr>
          <a:xfrm>
            <a:off x="54864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6" name="Shape 154"/>
          <p:cNvSpPr/>
          <p:nvPr/>
        </p:nvSpPr>
        <p:spPr>
          <a:xfrm>
            <a:off x="54864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7" name="Shape 155"/>
          <p:cNvSpPr/>
          <p:nvPr/>
        </p:nvSpPr>
        <p:spPr>
          <a:xfrm>
            <a:off x="54864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8" name="Shape 156"/>
          <p:cNvSpPr/>
          <p:nvPr/>
        </p:nvSpPr>
        <p:spPr>
          <a:xfrm>
            <a:off x="59436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9" name="Shape 157"/>
          <p:cNvSpPr/>
          <p:nvPr/>
        </p:nvSpPr>
        <p:spPr>
          <a:xfrm>
            <a:off x="59436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0" name="Shape 158"/>
          <p:cNvSpPr/>
          <p:nvPr/>
        </p:nvSpPr>
        <p:spPr>
          <a:xfrm>
            <a:off x="59436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1" name="Shape 159"/>
          <p:cNvSpPr/>
          <p:nvPr/>
        </p:nvSpPr>
        <p:spPr>
          <a:xfrm>
            <a:off x="59436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2" name="Shape 160"/>
          <p:cNvSpPr/>
          <p:nvPr/>
        </p:nvSpPr>
        <p:spPr>
          <a:xfrm>
            <a:off x="59436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3" name="Shape 161"/>
          <p:cNvSpPr/>
          <p:nvPr/>
        </p:nvSpPr>
        <p:spPr>
          <a:xfrm>
            <a:off x="59436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4" name="Shape 162"/>
          <p:cNvSpPr/>
          <p:nvPr/>
        </p:nvSpPr>
        <p:spPr>
          <a:xfrm>
            <a:off x="59436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5" name="Shape 163"/>
          <p:cNvSpPr/>
          <p:nvPr/>
        </p:nvSpPr>
        <p:spPr>
          <a:xfrm>
            <a:off x="59436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6" name="Shape 164"/>
          <p:cNvSpPr/>
          <p:nvPr/>
        </p:nvSpPr>
        <p:spPr>
          <a:xfrm>
            <a:off x="59436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7" name="Shape 165"/>
          <p:cNvSpPr/>
          <p:nvPr/>
        </p:nvSpPr>
        <p:spPr>
          <a:xfrm>
            <a:off x="59436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8" name="Shape 166"/>
          <p:cNvSpPr/>
          <p:nvPr/>
        </p:nvSpPr>
        <p:spPr>
          <a:xfrm>
            <a:off x="59436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9" name="Shape 167"/>
          <p:cNvSpPr/>
          <p:nvPr/>
        </p:nvSpPr>
        <p:spPr>
          <a:xfrm>
            <a:off x="59436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0" name="Shape 168"/>
          <p:cNvSpPr/>
          <p:nvPr/>
        </p:nvSpPr>
        <p:spPr>
          <a:xfrm>
            <a:off x="64008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1" name="Shape 169"/>
          <p:cNvSpPr/>
          <p:nvPr/>
        </p:nvSpPr>
        <p:spPr>
          <a:xfrm>
            <a:off x="64008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2" name="Shape 170"/>
          <p:cNvSpPr/>
          <p:nvPr/>
        </p:nvSpPr>
        <p:spPr>
          <a:xfrm>
            <a:off x="64008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3" name="Shape 171"/>
          <p:cNvSpPr/>
          <p:nvPr/>
        </p:nvSpPr>
        <p:spPr>
          <a:xfrm>
            <a:off x="64008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4" name="Shape 172"/>
          <p:cNvSpPr/>
          <p:nvPr/>
        </p:nvSpPr>
        <p:spPr>
          <a:xfrm>
            <a:off x="64008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5" name="Shape 173"/>
          <p:cNvSpPr/>
          <p:nvPr/>
        </p:nvSpPr>
        <p:spPr>
          <a:xfrm>
            <a:off x="64008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6" name="Shape 174"/>
          <p:cNvSpPr/>
          <p:nvPr/>
        </p:nvSpPr>
        <p:spPr>
          <a:xfrm>
            <a:off x="64008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7" name="Shape 175"/>
          <p:cNvSpPr/>
          <p:nvPr/>
        </p:nvSpPr>
        <p:spPr>
          <a:xfrm>
            <a:off x="64008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8" name="Shape 176"/>
          <p:cNvSpPr/>
          <p:nvPr/>
        </p:nvSpPr>
        <p:spPr>
          <a:xfrm>
            <a:off x="64008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9" name="Shape 177"/>
          <p:cNvSpPr/>
          <p:nvPr/>
        </p:nvSpPr>
        <p:spPr>
          <a:xfrm>
            <a:off x="64008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0" name="Shape 178"/>
          <p:cNvSpPr/>
          <p:nvPr/>
        </p:nvSpPr>
        <p:spPr>
          <a:xfrm>
            <a:off x="64008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1" name="Shape 179"/>
          <p:cNvSpPr/>
          <p:nvPr/>
        </p:nvSpPr>
        <p:spPr>
          <a:xfrm>
            <a:off x="64008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2" name="Shape 180"/>
          <p:cNvSpPr/>
          <p:nvPr/>
        </p:nvSpPr>
        <p:spPr>
          <a:xfrm>
            <a:off x="68580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3" name="Shape 181"/>
          <p:cNvSpPr/>
          <p:nvPr/>
        </p:nvSpPr>
        <p:spPr>
          <a:xfrm>
            <a:off x="68580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4" name="Shape 182"/>
          <p:cNvSpPr/>
          <p:nvPr/>
        </p:nvSpPr>
        <p:spPr>
          <a:xfrm>
            <a:off x="68580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5" name="Shape 183"/>
          <p:cNvSpPr/>
          <p:nvPr/>
        </p:nvSpPr>
        <p:spPr>
          <a:xfrm>
            <a:off x="68580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6" name="Shape 184"/>
          <p:cNvSpPr/>
          <p:nvPr/>
        </p:nvSpPr>
        <p:spPr>
          <a:xfrm>
            <a:off x="68580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7" name="Shape 185"/>
          <p:cNvSpPr/>
          <p:nvPr/>
        </p:nvSpPr>
        <p:spPr>
          <a:xfrm>
            <a:off x="68580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8" name="Shape 186"/>
          <p:cNvSpPr/>
          <p:nvPr/>
        </p:nvSpPr>
        <p:spPr>
          <a:xfrm>
            <a:off x="68580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9" name="Shape 187"/>
          <p:cNvSpPr/>
          <p:nvPr/>
        </p:nvSpPr>
        <p:spPr>
          <a:xfrm>
            <a:off x="68580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0" name="Shape 188"/>
          <p:cNvSpPr/>
          <p:nvPr/>
        </p:nvSpPr>
        <p:spPr>
          <a:xfrm>
            <a:off x="68580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1" name="Shape 189"/>
          <p:cNvSpPr/>
          <p:nvPr/>
        </p:nvSpPr>
        <p:spPr>
          <a:xfrm>
            <a:off x="68580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2" name="Shape 190"/>
          <p:cNvSpPr/>
          <p:nvPr/>
        </p:nvSpPr>
        <p:spPr>
          <a:xfrm>
            <a:off x="68580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3" name="Shape 191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4" name="Shape 192"/>
          <p:cNvSpPr/>
          <p:nvPr/>
        </p:nvSpPr>
        <p:spPr>
          <a:xfrm>
            <a:off x="73152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5" name="Shape 193"/>
          <p:cNvSpPr/>
          <p:nvPr/>
        </p:nvSpPr>
        <p:spPr>
          <a:xfrm>
            <a:off x="73152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6" name="Shape 194"/>
          <p:cNvSpPr/>
          <p:nvPr/>
        </p:nvSpPr>
        <p:spPr>
          <a:xfrm>
            <a:off x="73152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7" name="Shape 195"/>
          <p:cNvSpPr/>
          <p:nvPr/>
        </p:nvSpPr>
        <p:spPr>
          <a:xfrm>
            <a:off x="73152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8" name="Shape 196"/>
          <p:cNvSpPr/>
          <p:nvPr/>
        </p:nvSpPr>
        <p:spPr>
          <a:xfrm>
            <a:off x="73152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9" name="Shape 197"/>
          <p:cNvSpPr/>
          <p:nvPr/>
        </p:nvSpPr>
        <p:spPr>
          <a:xfrm>
            <a:off x="73152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0" name="Shape 198"/>
          <p:cNvSpPr/>
          <p:nvPr/>
        </p:nvSpPr>
        <p:spPr>
          <a:xfrm>
            <a:off x="73152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1" name="Shape 199"/>
          <p:cNvSpPr/>
          <p:nvPr/>
        </p:nvSpPr>
        <p:spPr>
          <a:xfrm>
            <a:off x="73152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2" name="Shape 200"/>
          <p:cNvSpPr/>
          <p:nvPr/>
        </p:nvSpPr>
        <p:spPr>
          <a:xfrm>
            <a:off x="73152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3" name="Shape 201"/>
          <p:cNvSpPr/>
          <p:nvPr/>
        </p:nvSpPr>
        <p:spPr>
          <a:xfrm>
            <a:off x="73152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4" name="Shape 202"/>
          <p:cNvSpPr/>
          <p:nvPr/>
        </p:nvSpPr>
        <p:spPr>
          <a:xfrm>
            <a:off x="73152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5" name="Shape 203"/>
          <p:cNvSpPr/>
          <p:nvPr/>
        </p:nvSpPr>
        <p:spPr>
          <a:xfrm>
            <a:off x="73152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6" name="Shape 204"/>
          <p:cNvSpPr/>
          <p:nvPr/>
        </p:nvSpPr>
        <p:spPr>
          <a:xfrm>
            <a:off x="77724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7" name="Shape 205"/>
          <p:cNvSpPr/>
          <p:nvPr/>
        </p:nvSpPr>
        <p:spPr>
          <a:xfrm>
            <a:off x="77724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8" name="Shape 206"/>
          <p:cNvSpPr/>
          <p:nvPr/>
        </p:nvSpPr>
        <p:spPr>
          <a:xfrm>
            <a:off x="77724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9" name="Shape 207"/>
          <p:cNvSpPr/>
          <p:nvPr/>
        </p:nvSpPr>
        <p:spPr>
          <a:xfrm>
            <a:off x="77724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0" name="Shape 208"/>
          <p:cNvSpPr/>
          <p:nvPr/>
        </p:nvSpPr>
        <p:spPr>
          <a:xfrm>
            <a:off x="77724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1" name="Shape 209"/>
          <p:cNvSpPr/>
          <p:nvPr/>
        </p:nvSpPr>
        <p:spPr>
          <a:xfrm>
            <a:off x="77724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2" name="Shape 210"/>
          <p:cNvSpPr/>
          <p:nvPr/>
        </p:nvSpPr>
        <p:spPr>
          <a:xfrm>
            <a:off x="77724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3" name="Shape 211"/>
          <p:cNvSpPr/>
          <p:nvPr/>
        </p:nvSpPr>
        <p:spPr>
          <a:xfrm>
            <a:off x="77724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4" name="Shape 212"/>
          <p:cNvSpPr/>
          <p:nvPr/>
        </p:nvSpPr>
        <p:spPr>
          <a:xfrm>
            <a:off x="77724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5" name="Shape 213"/>
          <p:cNvSpPr/>
          <p:nvPr/>
        </p:nvSpPr>
        <p:spPr>
          <a:xfrm>
            <a:off x="77724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6" name="Shape 214"/>
          <p:cNvSpPr/>
          <p:nvPr/>
        </p:nvSpPr>
        <p:spPr>
          <a:xfrm>
            <a:off x="77724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7" name="Shape 215"/>
          <p:cNvSpPr/>
          <p:nvPr/>
        </p:nvSpPr>
        <p:spPr>
          <a:xfrm>
            <a:off x="77724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8" name="Shape 216"/>
          <p:cNvSpPr/>
          <p:nvPr/>
        </p:nvSpPr>
        <p:spPr>
          <a:xfrm>
            <a:off x="82296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9" name="Shape 217"/>
          <p:cNvSpPr/>
          <p:nvPr/>
        </p:nvSpPr>
        <p:spPr>
          <a:xfrm>
            <a:off x="82296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0" name="Shape 218"/>
          <p:cNvSpPr/>
          <p:nvPr/>
        </p:nvSpPr>
        <p:spPr>
          <a:xfrm>
            <a:off x="82296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1" name="Shape 219"/>
          <p:cNvSpPr/>
          <p:nvPr/>
        </p:nvSpPr>
        <p:spPr>
          <a:xfrm>
            <a:off x="82296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2" name="Shape 220"/>
          <p:cNvSpPr/>
          <p:nvPr/>
        </p:nvSpPr>
        <p:spPr>
          <a:xfrm>
            <a:off x="82296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3" name="Shape 221"/>
          <p:cNvSpPr/>
          <p:nvPr/>
        </p:nvSpPr>
        <p:spPr>
          <a:xfrm>
            <a:off x="82296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4" name="Shape 222"/>
          <p:cNvSpPr/>
          <p:nvPr/>
        </p:nvSpPr>
        <p:spPr>
          <a:xfrm>
            <a:off x="82296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5" name="Shape 223"/>
          <p:cNvSpPr/>
          <p:nvPr/>
        </p:nvSpPr>
        <p:spPr>
          <a:xfrm>
            <a:off x="82296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6" name="Shape 224"/>
          <p:cNvSpPr/>
          <p:nvPr/>
        </p:nvSpPr>
        <p:spPr>
          <a:xfrm>
            <a:off x="82296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7" name="Shape 225"/>
          <p:cNvSpPr/>
          <p:nvPr/>
        </p:nvSpPr>
        <p:spPr>
          <a:xfrm>
            <a:off x="82296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8" name="Shape 226"/>
          <p:cNvSpPr/>
          <p:nvPr/>
        </p:nvSpPr>
        <p:spPr>
          <a:xfrm>
            <a:off x="82296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9" name="Shape 227"/>
          <p:cNvSpPr/>
          <p:nvPr/>
        </p:nvSpPr>
        <p:spPr>
          <a:xfrm>
            <a:off x="82296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0" name="Shape 228"/>
          <p:cNvSpPr/>
          <p:nvPr/>
        </p:nvSpPr>
        <p:spPr>
          <a:xfrm>
            <a:off x="86868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1" name="Shape 229"/>
          <p:cNvSpPr/>
          <p:nvPr/>
        </p:nvSpPr>
        <p:spPr>
          <a:xfrm>
            <a:off x="86868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2" name="Shape 230"/>
          <p:cNvSpPr/>
          <p:nvPr/>
        </p:nvSpPr>
        <p:spPr>
          <a:xfrm>
            <a:off x="86868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3" name="Shape 231"/>
          <p:cNvSpPr/>
          <p:nvPr/>
        </p:nvSpPr>
        <p:spPr>
          <a:xfrm>
            <a:off x="86868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4" name="Shape 232"/>
          <p:cNvSpPr/>
          <p:nvPr/>
        </p:nvSpPr>
        <p:spPr>
          <a:xfrm>
            <a:off x="86868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5" name="Shape 233"/>
          <p:cNvSpPr/>
          <p:nvPr/>
        </p:nvSpPr>
        <p:spPr>
          <a:xfrm>
            <a:off x="86868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6" name="Shape 234"/>
          <p:cNvSpPr/>
          <p:nvPr/>
        </p:nvSpPr>
        <p:spPr>
          <a:xfrm>
            <a:off x="86868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7" name="Shape 235"/>
          <p:cNvSpPr/>
          <p:nvPr/>
        </p:nvSpPr>
        <p:spPr>
          <a:xfrm>
            <a:off x="86868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8" name="Shape 236"/>
          <p:cNvSpPr/>
          <p:nvPr/>
        </p:nvSpPr>
        <p:spPr>
          <a:xfrm>
            <a:off x="86868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9" name="Shape 237"/>
          <p:cNvSpPr/>
          <p:nvPr/>
        </p:nvSpPr>
        <p:spPr>
          <a:xfrm>
            <a:off x="86868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0" name="Shape 238"/>
          <p:cNvSpPr/>
          <p:nvPr/>
        </p:nvSpPr>
        <p:spPr>
          <a:xfrm>
            <a:off x="86868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1" name="Shape 239"/>
          <p:cNvSpPr/>
          <p:nvPr/>
        </p:nvSpPr>
        <p:spPr>
          <a:xfrm>
            <a:off x="86868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2" name="Text 240"/>
          <p:cNvSpPr/>
          <p:nvPr/>
        </p:nvSpPr>
        <p:spPr>
          <a:xfrm>
            <a:off x="914400" y="1280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Destekli</a:t>
            </a:r>
            <a:endParaRPr lang="en-US" sz="4400" dirty="0"/>
          </a:p>
        </p:txBody>
      </p:sp>
      <p:sp>
        <p:nvSpPr>
          <p:cNvPr id="243" name="Text 241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tr-TR" sz="4400" b="1" dirty="0">
              <a:solidFill>
                <a:srgbClr val="00C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4400" b="1" dirty="0" err="1">
                <a:solidFill>
                  <a:srgbClr val="00C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Finansal</a:t>
            </a:r>
            <a:r>
              <a:rPr lang="en-US" sz="4400" b="1" dirty="0">
                <a:solidFill>
                  <a:srgbClr val="00C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Okuryazarlık Platformu</a:t>
            </a:r>
            <a:endParaRPr lang="en-US" sz="4400" dirty="0"/>
          </a:p>
        </p:txBody>
      </p:sp>
      <p:sp>
        <p:nvSpPr>
          <p:cNvPr id="244" name="Text 242"/>
          <p:cNvSpPr/>
          <p:nvPr/>
        </p:nvSpPr>
        <p:spPr>
          <a:xfrm>
            <a:off x="1371600" y="3305556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Genç yatırımcılar için gerçek para riski olmadan pratik yapma, öğrenme ve veri odaklı karar alma ekosistemi.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572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4572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4572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4572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4572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4572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4572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9144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9144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9144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9144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9144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9144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9144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9144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9144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9144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9144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9144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13716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13716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13716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13716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13716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Shape 41"/>
          <p:cNvSpPr/>
          <p:nvPr/>
        </p:nvSpPr>
        <p:spPr>
          <a:xfrm>
            <a:off x="13716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Shape 42"/>
          <p:cNvSpPr/>
          <p:nvPr/>
        </p:nvSpPr>
        <p:spPr>
          <a:xfrm>
            <a:off x="13716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Shape 43"/>
          <p:cNvSpPr/>
          <p:nvPr/>
        </p:nvSpPr>
        <p:spPr>
          <a:xfrm>
            <a:off x="13716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Shape 44"/>
          <p:cNvSpPr/>
          <p:nvPr/>
        </p:nvSpPr>
        <p:spPr>
          <a:xfrm>
            <a:off x="13716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Shape 45"/>
          <p:cNvSpPr/>
          <p:nvPr/>
        </p:nvSpPr>
        <p:spPr>
          <a:xfrm>
            <a:off x="13716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Shape 46"/>
          <p:cNvSpPr/>
          <p:nvPr/>
        </p:nvSpPr>
        <p:spPr>
          <a:xfrm>
            <a:off x="13716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Shape 47"/>
          <p:cNvSpPr/>
          <p:nvPr/>
        </p:nvSpPr>
        <p:spPr>
          <a:xfrm>
            <a:off x="13716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Shape 48"/>
          <p:cNvSpPr/>
          <p:nvPr/>
        </p:nvSpPr>
        <p:spPr>
          <a:xfrm>
            <a:off x="18288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Shape 49"/>
          <p:cNvSpPr/>
          <p:nvPr/>
        </p:nvSpPr>
        <p:spPr>
          <a:xfrm>
            <a:off x="18288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Shape 50"/>
          <p:cNvSpPr/>
          <p:nvPr/>
        </p:nvSpPr>
        <p:spPr>
          <a:xfrm>
            <a:off x="18288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Shape 51"/>
          <p:cNvSpPr/>
          <p:nvPr/>
        </p:nvSpPr>
        <p:spPr>
          <a:xfrm>
            <a:off x="18288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Shape 52"/>
          <p:cNvSpPr/>
          <p:nvPr/>
        </p:nvSpPr>
        <p:spPr>
          <a:xfrm>
            <a:off x="18288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Shape 53"/>
          <p:cNvSpPr/>
          <p:nvPr/>
        </p:nvSpPr>
        <p:spPr>
          <a:xfrm>
            <a:off x="18288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Shape 54"/>
          <p:cNvSpPr/>
          <p:nvPr/>
        </p:nvSpPr>
        <p:spPr>
          <a:xfrm>
            <a:off x="18288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7" name="Shape 55"/>
          <p:cNvSpPr/>
          <p:nvPr/>
        </p:nvSpPr>
        <p:spPr>
          <a:xfrm>
            <a:off x="18288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8" name="Shape 56"/>
          <p:cNvSpPr/>
          <p:nvPr/>
        </p:nvSpPr>
        <p:spPr>
          <a:xfrm>
            <a:off x="18288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9" name="Shape 57"/>
          <p:cNvSpPr/>
          <p:nvPr/>
        </p:nvSpPr>
        <p:spPr>
          <a:xfrm>
            <a:off x="18288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0" name="Shape 58"/>
          <p:cNvSpPr/>
          <p:nvPr/>
        </p:nvSpPr>
        <p:spPr>
          <a:xfrm>
            <a:off x="18288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1" name="Shape 59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2" name="Shape 60"/>
          <p:cNvSpPr/>
          <p:nvPr/>
        </p:nvSpPr>
        <p:spPr>
          <a:xfrm>
            <a:off x="22860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3" name="Shape 61"/>
          <p:cNvSpPr/>
          <p:nvPr/>
        </p:nvSpPr>
        <p:spPr>
          <a:xfrm>
            <a:off x="22860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4" name="Shape 62"/>
          <p:cNvSpPr/>
          <p:nvPr/>
        </p:nvSpPr>
        <p:spPr>
          <a:xfrm>
            <a:off x="22860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5" name="Shape 63"/>
          <p:cNvSpPr/>
          <p:nvPr/>
        </p:nvSpPr>
        <p:spPr>
          <a:xfrm>
            <a:off x="22860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6" name="Shape 64"/>
          <p:cNvSpPr/>
          <p:nvPr/>
        </p:nvSpPr>
        <p:spPr>
          <a:xfrm>
            <a:off x="22860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7" name="Shape 65"/>
          <p:cNvSpPr/>
          <p:nvPr/>
        </p:nvSpPr>
        <p:spPr>
          <a:xfrm>
            <a:off x="22860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8" name="Shape 66"/>
          <p:cNvSpPr/>
          <p:nvPr/>
        </p:nvSpPr>
        <p:spPr>
          <a:xfrm>
            <a:off x="22860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9" name="Shape 67"/>
          <p:cNvSpPr/>
          <p:nvPr/>
        </p:nvSpPr>
        <p:spPr>
          <a:xfrm>
            <a:off x="22860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0" name="Shape 68"/>
          <p:cNvSpPr/>
          <p:nvPr/>
        </p:nvSpPr>
        <p:spPr>
          <a:xfrm>
            <a:off x="22860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1" name="Shape 69"/>
          <p:cNvSpPr/>
          <p:nvPr/>
        </p:nvSpPr>
        <p:spPr>
          <a:xfrm>
            <a:off x="22860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2" name="Shape 70"/>
          <p:cNvSpPr/>
          <p:nvPr/>
        </p:nvSpPr>
        <p:spPr>
          <a:xfrm>
            <a:off x="22860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3" name="Shape 71"/>
          <p:cNvSpPr/>
          <p:nvPr/>
        </p:nvSpPr>
        <p:spPr>
          <a:xfrm>
            <a:off x="22860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4" name="Shape 72"/>
          <p:cNvSpPr/>
          <p:nvPr/>
        </p:nvSpPr>
        <p:spPr>
          <a:xfrm>
            <a:off x="27432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5" name="Shape 73"/>
          <p:cNvSpPr/>
          <p:nvPr/>
        </p:nvSpPr>
        <p:spPr>
          <a:xfrm>
            <a:off x="27432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6" name="Shape 74"/>
          <p:cNvSpPr/>
          <p:nvPr/>
        </p:nvSpPr>
        <p:spPr>
          <a:xfrm>
            <a:off x="27432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7" name="Shape 75"/>
          <p:cNvSpPr/>
          <p:nvPr/>
        </p:nvSpPr>
        <p:spPr>
          <a:xfrm>
            <a:off x="27432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8" name="Shape 76"/>
          <p:cNvSpPr/>
          <p:nvPr/>
        </p:nvSpPr>
        <p:spPr>
          <a:xfrm>
            <a:off x="27432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9" name="Shape 77"/>
          <p:cNvSpPr/>
          <p:nvPr/>
        </p:nvSpPr>
        <p:spPr>
          <a:xfrm>
            <a:off x="27432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0" name="Shape 78"/>
          <p:cNvSpPr/>
          <p:nvPr/>
        </p:nvSpPr>
        <p:spPr>
          <a:xfrm>
            <a:off x="27432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1" name="Shape 79"/>
          <p:cNvSpPr/>
          <p:nvPr/>
        </p:nvSpPr>
        <p:spPr>
          <a:xfrm>
            <a:off x="27432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2" name="Shape 80"/>
          <p:cNvSpPr/>
          <p:nvPr/>
        </p:nvSpPr>
        <p:spPr>
          <a:xfrm>
            <a:off x="27432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3" name="Shape 81"/>
          <p:cNvSpPr/>
          <p:nvPr/>
        </p:nvSpPr>
        <p:spPr>
          <a:xfrm>
            <a:off x="27432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4" name="Shape 82"/>
          <p:cNvSpPr/>
          <p:nvPr/>
        </p:nvSpPr>
        <p:spPr>
          <a:xfrm>
            <a:off x="27432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5" name="Shape 83"/>
          <p:cNvSpPr/>
          <p:nvPr/>
        </p:nvSpPr>
        <p:spPr>
          <a:xfrm>
            <a:off x="27432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6" name="Shape 84"/>
          <p:cNvSpPr/>
          <p:nvPr/>
        </p:nvSpPr>
        <p:spPr>
          <a:xfrm>
            <a:off x="32004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7" name="Shape 85"/>
          <p:cNvSpPr/>
          <p:nvPr/>
        </p:nvSpPr>
        <p:spPr>
          <a:xfrm>
            <a:off x="32004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8" name="Shape 86"/>
          <p:cNvSpPr/>
          <p:nvPr/>
        </p:nvSpPr>
        <p:spPr>
          <a:xfrm>
            <a:off x="32004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9" name="Shape 87"/>
          <p:cNvSpPr/>
          <p:nvPr/>
        </p:nvSpPr>
        <p:spPr>
          <a:xfrm>
            <a:off x="32004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0" name="Shape 88"/>
          <p:cNvSpPr/>
          <p:nvPr/>
        </p:nvSpPr>
        <p:spPr>
          <a:xfrm>
            <a:off x="32004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1" name="Shape 89"/>
          <p:cNvSpPr/>
          <p:nvPr/>
        </p:nvSpPr>
        <p:spPr>
          <a:xfrm>
            <a:off x="32004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2" name="Shape 90"/>
          <p:cNvSpPr/>
          <p:nvPr/>
        </p:nvSpPr>
        <p:spPr>
          <a:xfrm>
            <a:off x="32004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3" name="Shape 91"/>
          <p:cNvSpPr/>
          <p:nvPr/>
        </p:nvSpPr>
        <p:spPr>
          <a:xfrm>
            <a:off x="32004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4" name="Shape 92"/>
          <p:cNvSpPr/>
          <p:nvPr/>
        </p:nvSpPr>
        <p:spPr>
          <a:xfrm>
            <a:off x="32004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5" name="Shape 93"/>
          <p:cNvSpPr/>
          <p:nvPr/>
        </p:nvSpPr>
        <p:spPr>
          <a:xfrm>
            <a:off x="32004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6" name="Shape 94"/>
          <p:cNvSpPr/>
          <p:nvPr/>
        </p:nvSpPr>
        <p:spPr>
          <a:xfrm>
            <a:off x="32004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7" name="Shape 95"/>
          <p:cNvSpPr/>
          <p:nvPr/>
        </p:nvSpPr>
        <p:spPr>
          <a:xfrm>
            <a:off x="32004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8" name="Shape 96"/>
          <p:cNvSpPr/>
          <p:nvPr/>
        </p:nvSpPr>
        <p:spPr>
          <a:xfrm>
            <a:off x="36576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9" name="Shape 97"/>
          <p:cNvSpPr/>
          <p:nvPr/>
        </p:nvSpPr>
        <p:spPr>
          <a:xfrm>
            <a:off x="36576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0" name="Shape 98"/>
          <p:cNvSpPr/>
          <p:nvPr/>
        </p:nvSpPr>
        <p:spPr>
          <a:xfrm>
            <a:off x="36576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1" name="Shape 99"/>
          <p:cNvSpPr/>
          <p:nvPr/>
        </p:nvSpPr>
        <p:spPr>
          <a:xfrm>
            <a:off x="36576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2" name="Shape 100"/>
          <p:cNvSpPr/>
          <p:nvPr/>
        </p:nvSpPr>
        <p:spPr>
          <a:xfrm>
            <a:off x="36576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3" name="Shape 101"/>
          <p:cNvSpPr/>
          <p:nvPr/>
        </p:nvSpPr>
        <p:spPr>
          <a:xfrm>
            <a:off x="36576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4" name="Shape 102"/>
          <p:cNvSpPr/>
          <p:nvPr/>
        </p:nvSpPr>
        <p:spPr>
          <a:xfrm>
            <a:off x="36576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5" name="Shape 103"/>
          <p:cNvSpPr/>
          <p:nvPr/>
        </p:nvSpPr>
        <p:spPr>
          <a:xfrm>
            <a:off x="36576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6" name="Shape 104"/>
          <p:cNvSpPr/>
          <p:nvPr/>
        </p:nvSpPr>
        <p:spPr>
          <a:xfrm>
            <a:off x="36576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7" name="Shape 105"/>
          <p:cNvSpPr/>
          <p:nvPr/>
        </p:nvSpPr>
        <p:spPr>
          <a:xfrm>
            <a:off x="36576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8" name="Shape 106"/>
          <p:cNvSpPr/>
          <p:nvPr/>
        </p:nvSpPr>
        <p:spPr>
          <a:xfrm>
            <a:off x="36576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9" name="Shape 107"/>
          <p:cNvSpPr/>
          <p:nvPr/>
        </p:nvSpPr>
        <p:spPr>
          <a:xfrm>
            <a:off x="36576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0" name="Shape 108"/>
          <p:cNvSpPr/>
          <p:nvPr/>
        </p:nvSpPr>
        <p:spPr>
          <a:xfrm>
            <a:off x="41148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1" name="Shape 109"/>
          <p:cNvSpPr/>
          <p:nvPr/>
        </p:nvSpPr>
        <p:spPr>
          <a:xfrm>
            <a:off x="41148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2" name="Shape 110"/>
          <p:cNvSpPr/>
          <p:nvPr/>
        </p:nvSpPr>
        <p:spPr>
          <a:xfrm>
            <a:off x="41148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3" name="Shape 111"/>
          <p:cNvSpPr/>
          <p:nvPr/>
        </p:nvSpPr>
        <p:spPr>
          <a:xfrm>
            <a:off x="41148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4" name="Shape 112"/>
          <p:cNvSpPr/>
          <p:nvPr/>
        </p:nvSpPr>
        <p:spPr>
          <a:xfrm>
            <a:off x="41148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5" name="Shape 113"/>
          <p:cNvSpPr/>
          <p:nvPr/>
        </p:nvSpPr>
        <p:spPr>
          <a:xfrm>
            <a:off x="41148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6" name="Shape 114"/>
          <p:cNvSpPr/>
          <p:nvPr/>
        </p:nvSpPr>
        <p:spPr>
          <a:xfrm>
            <a:off x="41148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7" name="Shape 115"/>
          <p:cNvSpPr/>
          <p:nvPr/>
        </p:nvSpPr>
        <p:spPr>
          <a:xfrm>
            <a:off x="41148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8" name="Shape 116"/>
          <p:cNvSpPr/>
          <p:nvPr/>
        </p:nvSpPr>
        <p:spPr>
          <a:xfrm>
            <a:off x="41148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9" name="Shape 117"/>
          <p:cNvSpPr/>
          <p:nvPr/>
        </p:nvSpPr>
        <p:spPr>
          <a:xfrm>
            <a:off x="41148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0" name="Shape 118"/>
          <p:cNvSpPr/>
          <p:nvPr/>
        </p:nvSpPr>
        <p:spPr>
          <a:xfrm>
            <a:off x="41148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1" name="Shape 119"/>
          <p:cNvSpPr/>
          <p:nvPr/>
        </p:nvSpPr>
        <p:spPr>
          <a:xfrm>
            <a:off x="41148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2" name="Shape 120"/>
          <p:cNvSpPr/>
          <p:nvPr/>
        </p:nvSpPr>
        <p:spPr>
          <a:xfrm>
            <a:off x="45720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3" name="Shape 121"/>
          <p:cNvSpPr/>
          <p:nvPr/>
        </p:nvSpPr>
        <p:spPr>
          <a:xfrm>
            <a:off x="45720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4" name="Shape 122"/>
          <p:cNvSpPr/>
          <p:nvPr/>
        </p:nvSpPr>
        <p:spPr>
          <a:xfrm>
            <a:off x="45720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5" name="Shape 123"/>
          <p:cNvSpPr/>
          <p:nvPr/>
        </p:nvSpPr>
        <p:spPr>
          <a:xfrm>
            <a:off x="45720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6" name="Shape 124"/>
          <p:cNvSpPr/>
          <p:nvPr/>
        </p:nvSpPr>
        <p:spPr>
          <a:xfrm>
            <a:off x="45720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7" name="Shape 125"/>
          <p:cNvSpPr/>
          <p:nvPr/>
        </p:nvSpPr>
        <p:spPr>
          <a:xfrm>
            <a:off x="45720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8" name="Shape 126"/>
          <p:cNvSpPr/>
          <p:nvPr/>
        </p:nvSpPr>
        <p:spPr>
          <a:xfrm>
            <a:off x="45720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9" name="Shape 127"/>
          <p:cNvSpPr/>
          <p:nvPr/>
        </p:nvSpPr>
        <p:spPr>
          <a:xfrm>
            <a:off x="45720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0" name="Shape 128"/>
          <p:cNvSpPr/>
          <p:nvPr/>
        </p:nvSpPr>
        <p:spPr>
          <a:xfrm>
            <a:off x="45720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1" name="Shape 129"/>
          <p:cNvSpPr/>
          <p:nvPr/>
        </p:nvSpPr>
        <p:spPr>
          <a:xfrm>
            <a:off x="45720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2" name="Shape 130"/>
          <p:cNvSpPr/>
          <p:nvPr/>
        </p:nvSpPr>
        <p:spPr>
          <a:xfrm>
            <a:off x="45720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3" name="Shape 131"/>
          <p:cNvSpPr/>
          <p:nvPr/>
        </p:nvSpPr>
        <p:spPr>
          <a:xfrm>
            <a:off x="45720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4" name="Shape 132"/>
          <p:cNvSpPr/>
          <p:nvPr/>
        </p:nvSpPr>
        <p:spPr>
          <a:xfrm>
            <a:off x="50292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5" name="Shape 133"/>
          <p:cNvSpPr/>
          <p:nvPr/>
        </p:nvSpPr>
        <p:spPr>
          <a:xfrm>
            <a:off x="50292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6" name="Shape 134"/>
          <p:cNvSpPr/>
          <p:nvPr/>
        </p:nvSpPr>
        <p:spPr>
          <a:xfrm>
            <a:off x="50292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7" name="Shape 135"/>
          <p:cNvSpPr/>
          <p:nvPr/>
        </p:nvSpPr>
        <p:spPr>
          <a:xfrm>
            <a:off x="50292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8" name="Shape 136"/>
          <p:cNvSpPr/>
          <p:nvPr/>
        </p:nvSpPr>
        <p:spPr>
          <a:xfrm>
            <a:off x="50292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9" name="Shape 137"/>
          <p:cNvSpPr/>
          <p:nvPr/>
        </p:nvSpPr>
        <p:spPr>
          <a:xfrm>
            <a:off x="50292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0" name="Shape 138"/>
          <p:cNvSpPr/>
          <p:nvPr/>
        </p:nvSpPr>
        <p:spPr>
          <a:xfrm>
            <a:off x="50292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1" name="Shape 139"/>
          <p:cNvSpPr/>
          <p:nvPr/>
        </p:nvSpPr>
        <p:spPr>
          <a:xfrm>
            <a:off x="50292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2" name="Shape 140"/>
          <p:cNvSpPr/>
          <p:nvPr/>
        </p:nvSpPr>
        <p:spPr>
          <a:xfrm>
            <a:off x="50292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3" name="Shape 141"/>
          <p:cNvSpPr/>
          <p:nvPr/>
        </p:nvSpPr>
        <p:spPr>
          <a:xfrm>
            <a:off x="50292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4" name="Shape 142"/>
          <p:cNvSpPr/>
          <p:nvPr/>
        </p:nvSpPr>
        <p:spPr>
          <a:xfrm>
            <a:off x="50292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5" name="Shape 143"/>
          <p:cNvSpPr/>
          <p:nvPr/>
        </p:nvSpPr>
        <p:spPr>
          <a:xfrm>
            <a:off x="50292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6" name="Shape 144"/>
          <p:cNvSpPr/>
          <p:nvPr/>
        </p:nvSpPr>
        <p:spPr>
          <a:xfrm>
            <a:off x="54864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7" name="Shape 145"/>
          <p:cNvSpPr/>
          <p:nvPr/>
        </p:nvSpPr>
        <p:spPr>
          <a:xfrm>
            <a:off x="54864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8" name="Shape 146"/>
          <p:cNvSpPr/>
          <p:nvPr/>
        </p:nvSpPr>
        <p:spPr>
          <a:xfrm>
            <a:off x="54864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9" name="Shape 147"/>
          <p:cNvSpPr/>
          <p:nvPr/>
        </p:nvSpPr>
        <p:spPr>
          <a:xfrm>
            <a:off x="54864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0" name="Shape 148"/>
          <p:cNvSpPr/>
          <p:nvPr/>
        </p:nvSpPr>
        <p:spPr>
          <a:xfrm>
            <a:off x="54864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1" name="Shape 149"/>
          <p:cNvSpPr/>
          <p:nvPr/>
        </p:nvSpPr>
        <p:spPr>
          <a:xfrm>
            <a:off x="54864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2" name="Shape 150"/>
          <p:cNvSpPr/>
          <p:nvPr/>
        </p:nvSpPr>
        <p:spPr>
          <a:xfrm>
            <a:off x="54864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3" name="Shape 151"/>
          <p:cNvSpPr/>
          <p:nvPr/>
        </p:nvSpPr>
        <p:spPr>
          <a:xfrm>
            <a:off x="54864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4" name="Shape 152"/>
          <p:cNvSpPr/>
          <p:nvPr/>
        </p:nvSpPr>
        <p:spPr>
          <a:xfrm>
            <a:off x="54864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5" name="Shape 153"/>
          <p:cNvSpPr/>
          <p:nvPr/>
        </p:nvSpPr>
        <p:spPr>
          <a:xfrm>
            <a:off x="54864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6" name="Shape 154"/>
          <p:cNvSpPr/>
          <p:nvPr/>
        </p:nvSpPr>
        <p:spPr>
          <a:xfrm>
            <a:off x="54864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7" name="Shape 155"/>
          <p:cNvSpPr/>
          <p:nvPr/>
        </p:nvSpPr>
        <p:spPr>
          <a:xfrm>
            <a:off x="54864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8" name="Shape 156"/>
          <p:cNvSpPr/>
          <p:nvPr/>
        </p:nvSpPr>
        <p:spPr>
          <a:xfrm>
            <a:off x="59436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9" name="Shape 157"/>
          <p:cNvSpPr/>
          <p:nvPr/>
        </p:nvSpPr>
        <p:spPr>
          <a:xfrm>
            <a:off x="59436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0" name="Shape 158"/>
          <p:cNvSpPr/>
          <p:nvPr/>
        </p:nvSpPr>
        <p:spPr>
          <a:xfrm>
            <a:off x="59436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1" name="Shape 159"/>
          <p:cNvSpPr/>
          <p:nvPr/>
        </p:nvSpPr>
        <p:spPr>
          <a:xfrm>
            <a:off x="59436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2" name="Shape 160"/>
          <p:cNvSpPr/>
          <p:nvPr/>
        </p:nvSpPr>
        <p:spPr>
          <a:xfrm>
            <a:off x="59436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3" name="Shape 161"/>
          <p:cNvSpPr/>
          <p:nvPr/>
        </p:nvSpPr>
        <p:spPr>
          <a:xfrm>
            <a:off x="59436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4" name="Shape 162"/>
          <p:cNvSpPr/>
          <p:nvPr/>
        </p:nvSpPr>
        <p:spPr>
          <a:xfrm>
            <a:off x="59436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5" name="Shape 163"/>
          <p:cNvSpPr/>
          <p:nvPr/>
        </p:nvSpPr>
        <p:spPr>
          <a:xfrm>
            <a:off x="59436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6" name="Shape 164"/>
          <p:cNvSpPr/>
          <p:nvPr/>
        </p:nvSpPr>
        <p:spPr>
          <a:xfrm>
            <a:off x="59436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7" name="Shape 165"/>
          <p:cNvSpPr/>
          <p:nvPr/>
        </p:nvSpPr>
        <p:spPr>
          <a:xfrm>
            <a:off x="59436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8" name="Shape 166"/>
          <p:cNvSpPr/>
          <p:nvPr/>
        </p:nvSpPr>
        <p:spPr>
          <a:xfrm>
            <a:off x="59436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9" name="Shape 167"/>
          <p:cNvSpPr/>
          <p:nvPr/>
        </p:nvSpPr>
        <p:spPr>
          <a:xfrm>
            <a:off x="59436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0" name="Shape 168"/>
          <p:cNvSpPr/>
          <p:nvPr/>
        </p:nvSpPr>
        <p:spPr>
          <a:xfrm>
            <a:off x="64008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1" name="Shape 169"/>
          <p:cNvSpPr/>
          <p:nvPr/>
        </p:nvSpPr>
        <p:spPr>
          <a:xfrm>
            <a:off x="64008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2" name="Shape 170"/>
          <p:cNvSpPr/>
          <p:nvPr/>
        </p:nvSpPr>
        <p:spPr>
          <a:xfrm>
            <a:off x="64008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3" name="Shape 171"/>
          <p:cNvSpPr/>
          <p:nvPr/>
        </p:nvSpPr>
        <p:spPr>
          <a:xfrm>
            <a:off x="64008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4" name="Shape 172"/>
          <p:cNvSpPr/>
          <p:nvPr/>
        </p:nvSpPr>
        <p:spPr>
          <a:xfrm>
            <a:off x="64008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5" name="Shape 173"/>
          <p:cNvSpPr/>
          <p:nvPr/>
        </p:nvSpPr>
        <p:spPr>
          <a:xfrm>
            <a:off x="64008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6" name="Shape 174"/>
          <p:cNvSpPr/>
          <p:nvPr/>
        </p:nvSpPr>
        <p:spPr>
          <a:xfrm>
            <a:off x="64008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7" name="Shape 175"/>
          <p:cNvSpPr/>
          <p:nvPr/>
        </p:nvSpPr>
        <p:spPr>
          <a:xfrm>
            <a:off x="64008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8" name="Shape 176"/>
          <p:cNvSpPr/>
          <p:nvPr/>
        </p:nvSpPr>
        <p:spPr>
          <a:xfrm>
            <a:off x="64008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9" name="Shape 177"/>
          <p:cNvSpPr/>
          <p:nvPr/>
        </p:nvSpPr>
        <p:spPr>
          <a:xfrm>
            <a:off x="64008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0" name="Shape 178"/>
          <p:cNvSpPr/>
          <p:nvPr/>
        </p:nvSpPr>
        <p:spPr>
          <a:xfrm>
            <a:off x="64008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1" name="Shape 179"/>
          <p:cNvSpPr/>
          <p:nvPr/>
        </p:nvSpPr>
        <p:spPr>
          <a:xfrm>
            <a:off x="64008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2" name="Shape 180"/>
          <p:cNvSpPr/>
          <p:nvPr/>
        </p:nvSpPr>
        <p:spPr>
          <a:xfrm>
            <a:off x="68580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3" name="Shape 181"/>
          <p:cNvSpPr/>
          <p:nvPr/>
        </p:nvSpPr>
        <p:spPr>
          <a:xfrm>
            <a:off x="68580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4" name="Shape 182"/>
          <p:cNvSpPr/>
          <p:nvPr/>
        </p:nvSpPr>
        <p:spPr>
          <a:xfrm>
            <a:off x="68580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5" name="Shape 183"/>
          <p:cNvSpPr/>
          <p:nvPr/>
        </p:nvSpPr>
        <p:spPr>
          <a:xfrm>
            <a:off x="68580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6" name="Shape 184"/>
          <p:cNvSpPr/>
          <p:nvPr/>
        </p:nvSpPr>
        <p:spPr>
          <a:xfrm>
            <a:off x="68580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7" name="Shape 185"/>
          <p:cNvSpPr/>
          <p:nvPr/>
        </p:nvSpPr>
        <p:spPr>
          <a:xfrm>
            <a:off x="68580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8" name="Shape 186"/>
          <p:cNvSpPr/>
          <p:nvPr/>
        </p:nvSpPr>
        <p:spPr>
          <a:xfrm>
            <a:off x="68580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9" name="Shape 187"/>
          <p:cNvSpPr/>
          <p:nvPr/>
        </p:nvSpPr>
        <p:spPr>
          <a:xfrm>
            <a:off x="68580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0" name="Shape 188"/>
          <p:cNvSpPr/>
          <p:nvPr/>
        </p:nvSpPr>
        <p:spPr>
          <a:xfrm>
            <a:off x="68580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1" name="Shape 189"/>
          <p:cNvSpPr/>
          <p:nvPr/>
        </p:nvSpPr>
        <p:spPr>
          <a:xfrm>
            <a:off x="68580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2" name="Shape 190"/>
          <p:cNvSpPr/>
          <p:nvPr/>
        </p:nvSpPr>
        <p:spPr>
          <a:xfrm>
            <a:off x="68580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3" name="Shape 191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4" name="Shape 192"/>
          <p:cNvSpPr/>
          <p:nvPr/>
        </p:nvSpPr>
        <p:spPr>
          <a:xfrm>
            <a:off x="73152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5" name="Shape 193"/>
          <p:cNvSpPr/>
          <p:nvPr/>
        </p:nvSpPr>
        <p:spPr>
          <a:xfrm>
            <a:off x="73152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6" name="Shape 194"/>
          <p:cNvSpPr/>
          <p:nvPr/>
        </p:nvSpPr>
        <p:spPr>
          <a:xfrm>
            <a:off x="73152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7" name="Shape 195"/>
          <p:cNvSpPr/>
          <p:nvPr/>
        </p:nvSpPr>
        <p:spPr>
          <a:xfrm>
            <a:off x="73152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8" name="Shape 196"/>
          <p:cNvSpPr/>
          <p:nvPr/>
        </p:nvSpPr>
        <p:spPr>
          <a:xfrm>
            <a:off x="73152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9" name="Shape 197"/>
          <p:cNvSpPr/>
          <p:nvPr/>
        </p:nvSpPr>
        <p:spPr>
          <a:xfrm>
            <a:off x="73152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0" name="Shape 198"/>
          <p:cNvSpPr/>
          <p:nvPr/>
        </p:nvSpPr>
        <p:spPr>
          <a:xfrm>
            <a:off x="73152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1" name="Shape 199"/>
          <p:cNvSpPr/>
          <p:nvPr/>
        </p:nvSpPr>
        <p:spPr>
          <a:xfrm>
            <a:off x="73152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2" name="Shape 200"/>
          <p:cNvSpPr/>
          <p:nvPr/>
        </p:nvSpPr>
        <p:spPr>
          <a:xfrm>
            <a:off x="73152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3" name="Shape 201"/>
          <p:cNvSpPr/>
          <p:nvPr/>
        </p:nvSpPr>
        <p:spPr>
          <a:xfrm>
            <a:off x="73152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4" name="Shape 202"/>
          <p:cNvSpPr/>
          <p:nvPr/>
        </p:nvSpPr>
        <p:spPr>
          <a:xfrm>
            <a:off x="73152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5" name="Shape 203"/>
          <p:cNvSpPr/>
          <p:nvPr/>
        </p:nvSpPr>
        <p:spPr>
          <a:xfrm>
            <a:off x="73152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6" name="Shape 204"/>
          <p:cNvSpPr/>
          <p:nvPr/>
        </p:nvSpPr>
        <p:spPr>
          <a:xfrm>
            <a:off x="77724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7" name="Shape 205"/>
          <p:cNvSpPr/>
          <p:nvPr/>
        </p:nvSpPr>
        <p:spPr>
          <a:xfrm>
            <a:off x="77724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8" name="Shape 206"/>
          <p:cNvSpPr/>
          <p:nvPr/>
        </p:nvSpPr>
        <p:spPr>
          <a:xfrm>
            <a:off x="77724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9" name="Shape 207"/>
          <p:cNvSpPr/>
          <p:nvPr/>
        </p:nvSpPr>
        <p:spPr>
          <a:xfrm>
            <a:off x="77724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0" name="Shape 208"/>
          <p:cNvSpPr/>
          <p:nvPr/>
        </p:nvSpPr>
        <p:spPr>
          <a:xfrm>
            <a:off x="77724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1" name="Shape 209"/>
          <p:cNvSpPr/>
          <p:nvPr/>
        </p:nvSpPr>
        <p:spPr>
          <a:xfrm>
            <a:off x="77724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2" name="Shape 210"/>
          <p:cNvSpPr/>
          <p:nvPr/>
        </p:nvSpPr>
        <p:spPr>
          <a:xfrm>
            <a:off x="77724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3" name="Shape 211"/>
          <p:cNvSpPr/>
          <p:nvPr/>
        </p:nvSpPr>
        <p:spPr>
          <a:xfrm>
            <a:off x="77724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4" name="Shape 212"/>
          <p:cNvSpPr/>
          <p:nvPr/>
        </p:nvSpPr>
        <p:spPr>
          <a:xfrm>
            <a:off x="77724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5" name="Shape 213"/>
          <p:cNvSpPr/>
          <p:nvPr/>
        </p:nvSpPr>
        <p:spPr>
          <a:xfrm>
            <a:off x="77724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6" name="Shape 214"/>
          <p:cNvSpPr/>
          <p:nvPr/>
        </p:nvSpPr>
        <p:spPr>
          <a:xfrm>
            <a:off x="77724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7" name="Shape 215"/>
          <p:cNvSpPr/>
          <p:nvPr/>
        </p:nvSpPr>
        <p:spPr>
          <a:xfrm>
            <a:off x="77724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8" name="Shape 216"/>
          <p:cNvSpPr/>
          <p:nvPr/>
        </p:nvSpPr>
        <p:spPr>
          <a:xfrm>
            <a:off x="82296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9" name="Shape 217"/>
          <p:cNvSpPr/>
          <p:nvPr/>
        </p:nvSpPr>
        <p:spPr>
          <a:xfrm>
            <a:off x="82296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0" name="Shape 218"/>
          <p:cNvSpPr/>
          <p:nvPr/>
        </p:nvSpPr>
        <p:spPr>
          <a:xfrm>
            <a:off x="82296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1" name="Shape 219"/>
          <p:cNvSpPr/>
          <p:nvPr/>
        </p:nvSpPr>
        <p:spPr>
          <a:xfrm>
            <a:off x="82296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2" name="Shape 220"/>
          <p:cNvSpPr/>
          <p:nvPr/>
        </p:nvSpPr>
        <p:spPr>
          <a:xfrm>
            <a:off x="82296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3" name="Shape 221"/>
          <p:cNvSpPr/>
          <p:nvPr/>
        </p:nvSpPr>
        <p:spPr>
          <a:xfrm>
            <a:off x="82296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4" name="Shape 222"/>
          <p:cNvSpPr/>
          <p:nvPr/>
        </p:nvSpPr>
        <p:spPr>
          <a:xfrm>
            <a:off x="82296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5" name="Shape 223"/>
          <p:cNvSpPr/>
          <p:nvPr/>
        </p:nvSpPr>
        <p:spPr>
          <a:xfrm>
            <a:off x="82296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6" name="Shape 224"/>
          <p:cNvSpPr/>
          <p:nvPr/>
        </p:nvSpPr>
        <p:spPr>
          <a:xfrm>
            <a:off x="82296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7" name="Shape 225"/>
          <p:cNvSpPr/>
          <p:nvPr/>
        </p:nvSpPr>
        <p:spPr>
          <a:xfrm>
            <a:off x="82296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8" name="Shape 226"/>
          <p:cNvSpPr/>
          <p:nvPr/>
        </p:nvSpPr>
        <p:spPr>
          <a:xfrm>
            <a:off x="82296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9" name="Shape 227"/>
          <p:cNvSpPr/>
          <p:nvPr/>
        </p:nvSpPr>
        <p:spPr>
          <a:xfrm>
            <a:off x="82296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0" name="Shape 228"/>
          <p:cNvSpPr/>
          <p:nvPr/>
        </p:nvSpPr>
        <p:spPr>
          <a:xfrm>
            <a:off x="8686800" y="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1" name="Shape 229"/>
          <p:cNvSpPr/>
          <p:nvPr/>
        </p:nvSpPr>
        <p:spPr>
          <a:xfrm>
            <a:off x="8686800" y="457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2" name="Shape 230"/>
          <p:cNvSpPr/>
          <p:nvPr/>
        </p:nvSpPr>
        <p:spPr>
          <a:xfrm>
            <a:off x="8686800" y="914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3" name="Shape 231"/>
          <p:cNvSpPr/>
          <p:nvPr/>
        </p:nvSpPr>
        <p:spPr>
          <a:xfrm>
            <a:off x="8686800" y="1371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4" name="Shape 232"/>
          <p:cNvSpPr/>
          <p:nvPr/>
        </p:nvSpPr>
        <p:spPr>
          <a:xfrm>
            <a:off x="8686800" y="1828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5" name="Shape 233"/>
          <p:cNvSpPr/>
          <p:nvPr/>
        </p:nvSpPr>
        <p:spPr>
          <a:xfrm>
            <a:off x="8686800" y="2286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6" name="Shape 234"/>
          <p:cNvSpPr/>
          <p:nvPr/>
        </p:nvSpPr>
        <p:spPr>
          <a:xfrm>
            <a:off x="8686800" y="2743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7" name="Shape 235"/>
          <p:cNvSpPr/>
          <p:nvPr/>
        </p:nvSpPr>
        <p:spPr>
          <a:xfrm>
            <a:off x="8686800" y="32004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8" name="Shape 236"/>
          <p:cNvSpPr/>
          <p:nvPr/>
        </p:nvSpPr>
        <p:spPr>
          <a:xfrm>
            <a:off x="8686800" y="36576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9" name="Shape 237"/>
          <p:cNvSpPr/>
          <p:nvPr/>
        </p:nvSpPr>
        <p:spPr>
          <a:xfrm>
            <a:off x="8686800" y="41148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0" name="Shape 238"/>
          <p:cNvSpPr/>
          <p:nvPr/>
        </p:nvSpPr>
        <p:spPr>
          <a:xfrm>
            <a:off x="8686800" y="45720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1" name="Shape 239"/>
          <p:cNvSpPr/>
          <p:nvPr/>
        </p:nvSpPr>
        <p:spPr>
          <a:xfrm>
            <a:off x="8686800" y="5029200"/>
            <a:ext cx="27432" cy="27432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2" name="Shape 240"/>
          <p:cNvSpPr/>
          <p:nvPr/>
        </p:nvSpPr>
        <p:spPr>
          <a:xfrm>
            <a:off x="4023360" y="1920240"/>
            <a:ext cx="109728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3" name="Text 241"/>
          <p:cNvSpPr/>
          <p:nvPr/>
        </p:nvSpPr>
        <p:spPr>
          <a:xfrm>
            <a:off x="914400" y="2103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Pazar ve Hedef Kitle</a:t>
            </a:r>
            <a:endParaRPr lang="en-US" sz="4000" dirty="0"/>
          </a:p>
        </p:txBody>
      </p:sp>
      <p:sp>
        <p:nvSpPr>
          <p:cNvPr id="244" name="Text 242"/>
          <p:cNvSpPr/>
          <p:nvPr/>
        </p:nvSpPr>
        <p:spPr>
          <a:xfrm>
            <a:off x="914400" y="2788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Analizi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Pazar Analizi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960120"/>
            <a:ext cx="2710543" cy="3749040"/>
          </a:xfrm>
          <a:prstGeom prst="roundRect">
            <a:avLst>
              <a:gd name="adj" fmla="val 3871"/>
            </a:avLst>
          </a:prstGeom>
          <a:solidFill>
            <a:srgbClr val="1A233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Pazarın İhtiyacı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11480" y="237744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Piyasaya yeni giren yatırımcıların büyük bir kısmı finansal okuryazarlıktan yoksundur. "Duyumlarla" hareket etme eğilimi, yüksek risk ve kayıplarla sonuçlanmaktadır.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46120" y="960120"/>
            <a:ext cx="2710543" cy="3749040"/>
          </a:xfrm>
          <a:prstGeom prst="roundRect">
            <a:avLst>
              <a:gd name="adj" fmla="val 3871"/>
            </a:avLst>
          </a:prstGeom>
          <a:solidFill>
            <a:srgbClr val="1A233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1887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29000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Yükselen Trendler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429000" y="237744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Oyunlaştırma ve yapay zeka destekli eğitim finans sektöründe hızla büyüyor. Kullanıcılar uzun metinler yerine interaktif pratik arıyor.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63640" y="960120"/>
            <a:ext cx="2651760" cy="3749040"/>
          </a:xfrm>
          <a:prstGeom prst="roundRect">
            <a:avLst>
              <a:gd name="adj" fmla="val 3871"/>
            </a:avLst>
          </a:prstGeom>
          <a:solidFill>
            <a:srgbClr val="1A233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1887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46520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Büyük Fırsat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446520" y="237744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Sadece fiyatları ve grafikleri gösteren değil, veriyi "anlamlandıran" ve analitik düşünmeyi öğreten bir platform pazarında büyük bir boşluk bulunmaktadır.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Kullanıcı Analizi </a:t>
            </a:r>
            <a:r>
              <a:rPr lang="en-US" sz="2600" b="1" dirty="0">
                <a:solidFill>
                  <a:srgbClr val="00C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(18-35 Yaş)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1005840"/>
            <a:ext cx="4206240" cy="3749040"/>
          </a:xfrm>
          <a:prstGeom prst="roundRect">
            <a:avLst>
              <a:gd name="adj" fmla="val 2927"/>
            </a:avLst>
          </a:prstGeom>
          <a:solidFill>
            <a:srgbClr val="1A233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Acı Noktaları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83080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7373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Korkusu: </a:t>
            </a: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Gerçek para kaybetme endişesi piyasaya girişi engeller.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697480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6517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Bilgi Kirliliği: </a:t>
            </a: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Sosyal medyadaki manipülatif içerikler arasında kaybolmak.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11880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35661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Teknik Zorluk: </a:t>
            </a: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Geleneksel uygulamaların yeni başlayanlar için fazla karmaşık arayüzleri.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4709160" y="1005840"/>
            <a:ext cx="4206240" cy="3749040"/>
          </a:xfrm>
          <a:prstGeom prst="roundRect">
            <a:avLst>
              <a:gd name="adj" fmla="val 2927"/>
            </a:avLst>
          </a:prstGeom>
          <a:solidFill>
            <a:srgbClr val="1A233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7"/>
          <p:cNvSpPr/>
          <p:nvPr/>
        </p:nvSpPr>
        <p:spPr>
          <a:xfrm>
            <a:off x="5029200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Beklentiler ve Motivasyon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783080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12080" y="17373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Risksiz Deneyim: </a:t>
            </a: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Gerçekçi bir simülasyonda strateji test edebilme imkânı.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697480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12080" y="26517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Anlaşılırlık: </a:t>
            </a: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hisseyi alırken veya satarken "Neden?" sorusunun cevabını öğrenebilmek.</a:t>
            </a:r>
            <a:endParaRPr lang="en-US" sz="11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611880"/>
            <a:ext cx="256032" cy="25603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212080" y="35661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Stratejik Planlama: </a:t>
            </a: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Kendi portföyünü oluşturup veri bazlı yönetmeyi öğrenmek.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Mevcut Rakipler Neden </a:t>
            </a:r>
            <a:r>
              <a:rPr lang="en-US" sz="26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Yetersiz?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92018" y="1534886"/>
            <a:ext cx="2468880" cy="2645228"/>
          </a:xfrm>
          <a:prstGeom prst="roundRect">
            <a:avLst>
              <a:gd name="adj" fmla="val 3871"/>
            </a:avLst>
          </a:prstGeom>
          <a:solidFill>
            <a:srgbClr val="1A233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11480" y="1881051"/>
            <a:ext cx="22299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Geleneksel Kurumlar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2383971"/>
            <a:ext cx="22299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Gerçek zamanlı işlem imkânı sunarlar ancak arayüzleri sadece profesyonellere yöneliktir.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3115491"/>
            <a:ext cx="22299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Öğretici vizyonları yoktur, kullanıcıyı yalnız bırakırlar.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09538" y="1534886"/>
            <a:ext cx="2468880" cy="2645228"/>
          </a:xfrm>
          <a:prstGeom prst="roundRect">
            <a:avLst>
              <a:gd name="adj" fmla="val 3871"/>
            </a:avLst>
          </a:prstGeom>
          <a:solidFill>
            <a:srgbClr val="1A233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429000" y="1881051"/>
            <a:ext cx="22299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Tavsiye Botları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2383971"/>
            <a:ext cx="22299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Kullanıcıya doğrudan "Al" veya "Sat" sinyalleri üreten kapalı kutu algoritmalar sunarlar.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29000" y="3115491"/>
            <a:ext cx="22299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Balık verir, tutmayı öğretmez. Kullanıcıyı sisteme bağımlı kılar.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27058" y="1534886"/>
            <a:ext cx="2468880" cy="2645228"/>
          </a:xfrm>
          <a:prstGeom prst="roundRect">
            <a:avLst>
              <a:gd name="adj" fmla="val 3871"/>
            </a:avLst>
          </a:prstGeom>
          <a:solidFill>
            <a:srgbClr val="1A233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446520" y="1881051"/>
            <a:ext cx="22299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Sosyal Medya Fenomenleri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2383971"/>
            <a:ext cx="22299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 bilgi ve yüksek etkileşim sağlarlar, piyasaya giriş motivasyonu yaratırlar.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46520" y="3115491"/>
            <a:ext cx="22299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Tüyo odaklıdır, analitik düşünme yetisini köreltirler.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59" y="914400"/>
            <a:ext cx="3742509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Bizi Rakiplerden </a:t>
            </a:r>
            <a:r>
              <a:rPr lang="en-US" sz="2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Ayıran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tr-TR" sz="2800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C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Değer</a:t>
            </a:r>
            <a:r>
              <a:rPr lang="tr-TR" sz="2800" dirty="0"/>
              <a:t> </a:t>
            </a:r>
            <a:r>
              <a:rPr lang="en-US" sz="2800" b="1" dirty="0">
                <a:solidFill>
                  <a:srgbClr val="00C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Önerimiz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28803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Platformumuz sadece bir araç değil, kullanıcının finansal zekâsını geliştiren interaktif bir mentordur.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389120" y="617220"/>
            <a:ext cx="4572000" cy="1234440"/>
          </a:xfrm>
          <a:prstGeom prst="roundRect">
            <a:avLst>
              <a:gd name="adj" fmla="val 8889"/>
            </a:avLst>
          </a:prstGeom>
          <a:solidFill>
            <a:srgbClr val="1A233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53712" y="845820"/>
            <a:ext cx="594360" cy="59436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00C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93726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03520" y="7269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Destekli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Asistan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303520" y="109270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100" dirty="0">
                <a:solidFill>
                  <a:srgbClr val="8899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Kullanıcıların finansal konulardaki sorularını yanıtlayan, borsa terimlerini açıklayan ve piyasa gelişmeleri hakkında bilgi sağlayan bir asistan. </a:t>
            </a:r>
            <a:endParaRPr lang="en-US" sz="1100" dirty="0">
              <a:solidFill>
                <a:srgbClr val="8899A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389120" y="2034540"/>
            <a:ext cx="4572000" cy="1234440"/>
          </a:xfrm>
          <a:prstGeom prst="roundRect">
            <a:avLst>
              <a:gd name="adj" fmla="val 8889"/>
            </a:avLst>
          </a:prstGeom>
          <a:solidFill>
            <a:srgbClr val="1A233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553712" y="2263140"/>
            <a:ext cx="594360" cy="59436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00C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35458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1442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4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Sanal Borsa ile Uygulamalı Eğitim</a:t>
            </a:r>
            <a:endParaRPr lang="en-US" sz="14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303520" y="251002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100" dirty="0">
                <a:solidFill>
                  <a:srgbClr val="8899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Kullanıcıların gerçek para riski almadan, platform içerisinden çıkmadan sanal bakiye ile alım-satım işlemleri yaparak piyasa dinamiklerini bizzat deneyimlemesini sağlayan yapı.</a:t>
            </a:r>
            <a:endParaRPr lang="en-US" sz="1100" dirty="0">
              <a:solidFill>
                <a:srgbClr val="8899A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389120" y="3451860"/>
            <a:ext cx="4572000" cy="1234440"/>
          </a:xfrm>
          <a:prstGeom prst="roundRect">
            <a:avLst>
              <a:gd name="adj" fmla="val 8889"/>
            </a:avLst>
          </a:prstGeom>
          <a:solidFill>
            <a:srgbClr val="1A233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4553712" y="3680460"/>
            <a:ext cx="594360" cy="59436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00C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77190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03520" y="35615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Sinyal Değil, Analitik Zeka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303520" y="392734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100" dirty="0">
                <a:solidFill>
                  <a:srgbClr val="8899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Diğer uygulamaların aksine "Al/Sat" tüyosu vermeyiz; sistemimiz veriyi sunar, analiz yöntemlerini gösterir ve kullanıcının kendi çıkarımlarını yaparak kararlarını vermesini sağlar.</a:t>
            </a:r>
            <a:endParaRPr lang="en-US" sz="1100" dirty="0">
              <a:solidFill>
                <a:srgbClr val="8899A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3657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Sürdürülebilir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Gelir Modeli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22960" y="15544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Temel / Ücretli Paket Seçeneği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193852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Sanal borsa ücretsizdir. Canlı borsa verisi, sınırsız asistan kullanımı ve gelişmiş analiz araçları ücretli pakette sunulur.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822960" y="2670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Kurumsal Yönlendirme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22960" y="3054096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Yeterince bilgi düzeyine</a:t>
            </a: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tr-TR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ulaşan </a:t>
            </a:r>
            <a:r>
              <a:rPr lang="en-US" sz="1050" dirty="0" err="1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kullanıcılar</a:t>
            </a: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anlaşmalı gerçek kurumlara yönlendirilir. Yeni hesap açılışlarından komisyon alınır.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822960" y="378561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Doğal Sponsorluklar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822960" y="4169664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Eğitim vizyonunu bozmayan, eğitim kurumlarına veya yayınlara ait sponsorlu içerikler sisteme entegre edilir.</a:t>
            </a:r>
            <a:endParaRPr lang="en-US" sz="1050" dirty="0"/>
          </a:p>
        </p:txBody>
      </p:sp>
      <p:pic>
        <p:nvPicPr>
          <p:cNvPr id="20" name="Image 3" descr="preencoded.png">
            <a:extLst>
              <a:ext uri="{FF2B5EF4-FFF2-40B4-BE49-F238E27FC236}">
                <a16:creationId xmlns:a16="http://schemas.microsoft.com/office/drawing/2014/main" id="{47C51FD7-263C-5DEF-F234-860C0E55D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18488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0ADD3B49-D5CA-B331-B2E3-0593D6C24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738628"/>
            <a:ext cx="256032" cy="256032"/>
          </a:xfrm>
          <a:prstGeom prst="rect">
            <a:avLst/>
          </a:prstGeom>
        </p:spPr>
      </p:pic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AFAACC60-5B9F-2124-D85C-422867E73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3528"/>
            <a:ext cx="256032" cy="256032"/>
          </a:xfrm>
          <a:prstGeom prst="rect">
            <a:avLst/>
          </a:prstGeom>
        </p:spPr>
      </p:pic>
      <p:pic>
        <p:nvPicPr>
          <p:cNvPr id="30" name="Resim 29">
            <a:extLst>
              <a:ext uri="{FF2B5EF4-FFF2-40B4-BE49-F238E27FC236}">
                <a16:creationId xmlns:a16="http://schemas.microsoft.com/office/drawing/2014/main" id="{A8F77CD2-8286-97EF-6342-B53EC2687B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0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Uygulama Sonrası </a:t>
            </a:r>
            <a:r>
              <a:rPr lang="en-US" sz="2600" b="1" dirty="0">
                <a:solidFill>
                  <a:srgbClr val="00C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Hedefler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2651760"/>
            <a:ext cx="768096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1234440" y="2542032"/>
            <a:ext cx="292608" cy="292608"/>
          </a:xfrm>
          <a:prstGeom prst="ellipse">
            <a:avLst/>
          </a:prstGeom>
          <a:solidFill>
            <a:srgbClr val="0D1117"/>
          </a:solidFill>
          <a:ln w="25400">
            <a:solidFill>
              <a:srgbClr val="00C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160520" y="2542032"/>
            <a:ext cx="292608" cy="292608"/>
          </a:xfrm>
          <a:prstGeom prst="ellipse">
            <a:avLst/>
          </a:prstGeom>
          <a:solidFill>
            <a:srgbClr val="0D1117"/>
          </a:solidFill>
          <a:ln w="25400">
            <a:solidFill>
              <a:srgbClr val="00C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7086600" y="2542032"/>
            <a:ext cx="292608" cy="292608"/>
          </a:xfrm>
          <a:prstGeom prst="ellipse">
            <a:avLst/>
          </a:prstGeom>
          <a:solidFill>
            <a:srgbClr val="0D1117"/>
          </a:solidFill>
          <a:ln w="25400">
            <a:solidFill>
              <a:srgbClr val="00C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246120" y="91440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1A233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337560" y="1005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İlk 1 Yıl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37560" y="14173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Yerel pazarda pazar payını artırmak, kullanıcı sadakatini güçlendirmek ve eğitim içeriklerini genişletmek.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92608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1A233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20040" y="3017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İlk 6 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" y="34290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Kullanıcı etkileşim verilerini analiz ederek AI mentörlük modelini optimize etmek ve ilk 100.000 aktif, eğitimli yatırımcı tabanına ulaşmak.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292608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1A233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400800" y="3017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İlk 5 Yıl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34290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Kripto ve emtia piyasalarını sisteme dahil etmek, platformdan çıkmadan entegre aracı kurum işlemleri başlatmak ve global pazara açılım.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500</Words>
  <Application>Microsoft Office PowerPoint</Application>
  <PresentationFormat>Ekran Gösterisi (16:9)</PresentationFormat>
  <Paragraphs>64</Paragraphs>
  <Slides>8</Slides>
  <Notes>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Yapay Zeka Destekli Finansal Okuryazarlık Platformu</dc:title>
  <dc:subject>PptxGenJS Presentation</dc:subject>
  <dc:creator>PptxGenJS</dc:creator>
  <cp:lastModifiedBy>Berat Demirtaş</cp:lastModifiedBy>
  <cp:revision>6</cp:revision>
  <dcterms:created xsi:type="dcterms:W3CDTF">2026-06-26T10:38:06Z</dcterms:created>
  <dcterms:modified xsi:type="dcterms:W3CDTF">2026-06-29T19:31:14Z</dcterms:modified>
</cp:coreProperties>
</file>